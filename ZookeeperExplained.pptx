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02736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ZooKeeper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Application Health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Coordination · Ephemeral Nodes · Watchers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Knowing Who Is Alive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face a deceptively hard question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297680" cy="1600200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52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may respond to a ping while deadlocked, stuck in GC pause, or functionally broken.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297680" cy="1600200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52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Negatives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process might miss a heartbeat deadline due to a momentary network blip — wrongly declared dead.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97680" cy="1600200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035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Watches the Watcher?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monitoring process crashes, no one notices workers are dying. You need monitors for your monitors.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297680" cy="1600200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035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 Is Hard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monitors disagreeing about liveness requires a distributed protocol. Getting this right is notoriously difficult.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55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for Application Health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Keep-Alive vs. ZooKeeper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393192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Heartbeat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1143000"/>
            <a:ext cx="3931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ZooKeeper Sessions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3931920" cy="502920"/>
          </a:xfrm>
          <a:prstGeom prst="rect">
            <a:avLst/>
          </a:prstGeom>
          <a:solidFill>
            <a:srgbClr val="FAF0EE"/>
          </a:solidFill>
          <a:ln w="6350">
            <a:solidFill>
              <a:srgbClr val="DDD0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writes heartbeat loop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3931920" cy="502920"/>
          </a:xfrm>
          <a:prstGeom prst="rect">
            <a:avLst/>
          </a:prstGeom>
          <a:solidFill>
            <a:srgbClr val="F5E8E6"/>
          </a:solidFill>
          <a:ln w="6350">
            <a:solidFill>
              <a:srgbClr val="DDD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31136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polls / sets timers per worker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3931920" cy="502920"/>
          </a:xfrm>
          <a:prstGeom prst="rect">
            <a:avLst/>
          </a:prstGeom>
          <a:solidFill>
            <a:srgbClr val="FAF0EE"/>
          </a:solidFill>
          <a:ln w="6350">
            <a:solidFill>
              <a:srgbClr val="DDD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98064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tuning: too short → false alarms; too long → slow detection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28416"/>
            <a:ext cx="3931920" cy="502920"/>
          </a:xfrm>
          <a:prstGeom prst="rect">
            <a:avLst/>
          </a:prstGeom>
          <a:solidFill>
            <a:srgbClr val="F5E8E6"/>
          </a:solidFill>
          <a:ln w="6350">
            <a:solidFill>
              <a:srgbClr val="DDD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64992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is a single point of failure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895344"/>
            <a:ext cx="3931920" cy="502920"/>
          </a:xfrm>
          <a:prstGeom prst="rect">
            <a:avLst/>
          </a:prstGeom>
          <a:solidFill>
            <a:srgbClr val="FAF0EE"/>
          </a:solidFill>
          <a:ln w="6350">
            <a:solidFill>
              <a:srgbClr val="DDD0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3192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workers missed if monitor crashes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627632"/>
            <a:ext cx="3931920" cy="502920"/>
          </a:xfrm>
          <a:prstGeom prst="rect">
            <a:avLst/>
          </a:prstGeom>
          <a:solidFill>
            <a:srgbClr val="F4F9FC"/>
          </a:solidFill>
          <a:ln w="6350">
            <a:solidFill>
              <a:srgbClr val="C0D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664208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just connects — heartbeats are built-in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194560"/>
            <a:ext cx="3931920" cy="502920"/>
          </a:xfrm>
          <a:prstGeom prst="rect">
            <a:avLst/>
          </a:prstGeom>
          <a:solidFill>
            <a:srgbClr val="DFF0F7"/>
          </a:solidFill>
          <a:ln w="6350">
            <a:solidFill>
              <a:srgbClr val="C0D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231136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cluster manages all timers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761488"/>
            <a:ext cx="3931920" cy="502920"/>
          </a:xfrm>
          <a:prstGeom prst="rect">
            <a:avLst/>
          </a:prstGeom>
          <a:solidFill>
            <a:srgbClr val="F4F9FC"/>
          </a:solidFill>
          <a:ln w="6350">
            <a:solidFill>
              <a:srgbClr val="C0D9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798064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is consistent and reliable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328416"/>
            <a:ext cx="3931920" cy="502920"/>
          </a:xfrm>
          <a:prstGeom prst="rect">
            <a:avLst/>
          </a:prstGeom>
          <a:solidFill>
            <a:srgbClr val="DFF0F7"/>
          </a:solidFill>
          <a:ln w="6350">
            <a:solidFill>
              <a:srgbClr val="C0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364992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itself is replicated (3 or 5 nodes)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895344"/>
            <a:ext cx="3931920" cy="502920"/>
          </a:xfrm>
          <a:prstGeom prst="rect">
            <a:avLst/>
          </a:prstGeom>
          <a:solidFill>
            <a:srgbClr val="F4F9FC"/>
          </a:solidFill>
          <a:ln w="6350">
            <a:solidFill>
              <a:srgbClr val="C0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93192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expiry → ephemeral node deleted automatically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53128" y="1097280"/>
            <a:ext cx="54864" cy="3703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55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for Application Health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&amp; Ephemeral Nodes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primitives that replace keep-alive entirely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1508760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52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application connects, ZooKeeper establishes a session and maintains it with automatic built-in heartbeats. If the client crashes, hangs, or loses network connectivity beyond the timeout, ZooKeeper declares the session dead.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761488"/>
            <a:ext cx="4114800" cy="1691640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8712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Ephemeral Nodes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znode tied to the session that created it. When the session dies, ZooKeeper automatically deletes the node — no application code required. Presence = alive. Absence = gone.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 two lines: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4206240" cy="1828800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91056"/>
            <a:ext cx="393192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Connect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zooKeeper = new ZooKeeper(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"localhost:2181", 3000, this);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Register presence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zooKeeper.create(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"/managed_workers/w_",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workerId.getBytes(),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EPHEMERAL_SEQUENTIAL);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integration. No heartbeat thread. No health endpoint. ZooKeeper handles the rest.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041648"/>
            <a:ext cx="1325880" cy="713232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4059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42976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exits → TCP drops → node deleted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4041648"/>
            <a:ext cx="1325880" cy="713232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4059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53912" y="42976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can't heartbeat → node deleted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4041648"/>
            <a:ext cx="1325880" cy="713232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4059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71232" y="42976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expires → watchers fire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55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for Application Health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Watchers: Push-Based Change Notification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Watcher is a one-time callback triggered when a node you're watching changes — no polling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206240" cy="1783080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82496"/>
            <a:ext cx="393192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children + register watcher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children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zk.getChildren(WORKERS_PATH, this);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process(WatchedEvent 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(e.getType() 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NodeChildrenChanged)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reconcileWorkers(); // re-register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watcher fires once; re-set inside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72768"/>
            <a:ext cx="4114800" cy="713232"/>
          </a:xfrm>
          <a:prstGeom prst="rect">
            <a:avLst/>
          </a:prstGeom>
          <a:solidFill>
            <a:srgbClr val="F4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572768"/>
            <a:ext cx="54864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exactly once. Must re-register in the callback to continue receiving events. Prevents event storms.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359152"/>
            <a:ext cx="4114800" cy="713232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359152"/>
            <a:ext cx="54864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60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delivered in the order they occurred. No "deleted" before "created".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45536"/>
            <a:ext cx="4114800" cy="713232"/>
          </a:xfrm>
          <a:prstGeom prst="rect">
            <a:avLst/>
          </a:prstGeom>
          <a:solidFill>
            <a:srgbClr val="F4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45536"/>
            <a:ext cx="54864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Missed Events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47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change happens between setting the watcher and reading the response, you still get the event.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931920"/>
            <a:ext cx="4114800" cy="713232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931920"/>
            <a:ext cx="54864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Push, Not Poll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pushes events to you. No timer loops or periodic checks needed.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206240" cy="566928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47288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Self-Sustaining: getChildren(path, this) reads state AND sets the next watcher — a continuous, poll-free notification loop.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55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for Application Health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Architecture: Self-Healing Worker Pool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697480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FlakyWorker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45336"/>
            <a:ext cx="2697480" cy="1828800"/>
          </a:xfrm>
          <a:prstGeom prst="rect">
            <a:avLst/>
          </a:prstGeom>
          <a:solidFill>
            <a:srgbClr val="DFF0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0200"/>
            <a:ext cx="24871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JVM process that: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Connects to ZooKeeper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an ephemeral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work (10 iterations)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Crashes randomly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69748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ZooKeeper Cluster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1545336"/>
            <a:ext cx="2697480" cy="1828800"/>
          </a:xfrm>
          <a:prstGeom prst="rect">
            <a:avLst/>
          </a:prstGeom>
          <a:solidFill>
            <a:srgbClr val="DFF0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600200"/>
            <a:ext cx="24871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live sessions and ephemeral nodes. Detects session expiry and fires NodeChildrenChanged events to registered watchers.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143000"/>
            <a:ext cx="2697480" cy="402336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1430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WorkerManager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545336"/>
            <a:ext cx="2697480" cy="1828800"/>
          </a:xfrm>
          <a:prstGeom prst="rect">
            <a:avLst/>
          </a:prstGeom>
          <a:solidFill>
            <a:srgbClr val="DFF0F7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600200"/>
            <a:ext cx="24871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/managed_workers. When a child disappears, it: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current 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Spawns a replacement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Maintains pool at 3 workers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423160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35040" y="2423160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90088" y="22128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ephem node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53328" y="22128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WatchedEvent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8595360" cy="1024128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54787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" y="35387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connects &amp; creates ephemeral node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30552" y="354787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0552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59736" y="35387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watches /managed_workers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9624" y="354787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9624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78808" y="35387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crashes → session expires → node deleted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68696" y="354787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686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35387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fires NodeChildrenChanged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87768" y="3547872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87768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16952" y="35387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detects deficit → spawns replacement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55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for Application Health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the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023360" cy="2103120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15768"/>
            <a:ext cx="374904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ZooKeeper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zookeeper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healthy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zookeeper bash -c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'echo ruok | nc localhost 2181'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imok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&amp;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package -DskipTests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example/target/*.jar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 localhost:2181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114800" cy="1463040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18488"/>
            <a:ext cx="384048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[manager] Connected to ZooKeeper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[manager] Spawning new worker...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[manager] Pool OK — 3 workers running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[worker] Registered at /managed_workers/w_001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[worker] Working... iteration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~10 iterations: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328416"/>
            <a:ext cx="4114800" cy="1115568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438144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[worker] CRASH at iteration 8!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[manager] Detected pool change!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[manager] Current workers: 2, target: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[manager] Spawning new worker...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[manager] Pool OK — 3 workers running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554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for Application Health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4114800" cy="1627632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54864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" y="15544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Bespoke health-checks don't 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" y="1929384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tuning, polling loops, and single-point monitors are fragile — ZooKeeper replaces all of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78992"/>
            <a:ext cx="4114800" cy="1627632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78992"/>
            <a:ext cx="54864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74336" y="15544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Ephemeral nodes are truth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4336" y="1929384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expiry automatically cleans up the node. The application writes two lines of code and never thinks about health again.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1627632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34640"/>
            <a:ext cx="54864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" y="33101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Watchers are push, not poll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" y="3685032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parties receive immediate notification when a node disappears — no timers, no loops.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4114800" cy="1627632"/>
          </a:xfrm>
          <a:prstGeom prst="rect">
            <a:avLst/>
          </a:prstGeom>
          <a:solidFill>
            <a:srgbClr val="0D2D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834640"/>
            <a:ext cx="54864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74336" y="33101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application can opt 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74336" y="3685032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is completely orthogonal to what the application does. Connect + create one node = fully managed.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for Application Health Management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ZooKeeper for Application Health Management</dc:title>
  <dc:subject>PptxGenJS Presentation</dc:subject>
  <dc:creator>PptxGenJS</dc:creator>
  <cp:lastModifiedBy>PptxGenJS</cp:lastModifiedBy>
  <cp:revision>1</cp:revision>
  <dcterms:created xsi:type="dcterms:W3CDTF">2026-03-20T04:00:13Z</dcterms:created>
  <dcterms:modified xsi:type="dcterms:W3CDTF">2026-03-20T04:00:13Z</dcterms:modified>
</cp:coreProperties>
</file>